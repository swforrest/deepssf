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7D50E-F0EB-34A6-4EF2-B0944C3FA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A12EE-B136-1349-0D17-210E07142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5D9E7-32B0-3CAA-0BE0-AD28E866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DE41-B6CF-8B43-1C51-8BBEECB4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9D6A9-37F8-30A9-2603-A18B0B0C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4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2E7C-D0FA-A4E2-350D-5D173D97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0CA3B-0A89-A93C-9D3E-E3F977481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70E7C-0930-65DB-9BB3-B0A1E6F62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02A37-A191-4F9A-5F67-19297034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1485C-496F-C5E2-3DD5-038ABF8D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1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E5EA-ED4B-019C-71F6-310B156A7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7AD26-188D-FCF5-13B4-1BE8C312C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30372-BBCB-1816-D680-C3519814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F4B7-FFE6-5850-04BA-5F7901415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54C77-22D4-4791-9E41-A739D020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3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6340-13F5-0594-0C89-3151B2C6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6E87-BEDD-BEB3-653B-3DC6F14EC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409AF-40CE-0C8C-D7FC-9C0E34C92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88540-F04B-7A60-C1D5-288DADD1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EC0BC-3FE3-C7C5-2B7A-EA422CF8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A5ABC-609D-3CEE-8C1E-A6C6CE0F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19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584DC-B37A-A708-15E8-19158BD5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F0951-4BCF-0CEA-E300-ACEEAF45E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129EE-0AFE-13EB-B291-5F89FDC61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FC863-872A-3E8A-4430-606232729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D993C-D6A0-F06B-8EEF-7FA919031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C9858-CC04-8A77-38AF-4FFF8800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4030F4-08E7-3EED-155B-22462B30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209D1-9992-A3DE-83D5-642EA178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7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5E14-3B22-F7CB-BAAD-F3606C94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DD5D4-0D06-7F3E-A7A6-1A219264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FF51D-3C3C-F5BE-887B-C0703304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0CD2B-9777-3AF7-1A70-4DCAE5FF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05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C2FFF-5C28-DA64-77D5-837164AD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7714C-5EA7-615C-3E34-85771A741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AD05C-ACF0-065F-DA6E-E50D2142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E5418-0932-1FAB-8B74-4E1FAF76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8B4D3-242D-A3CE-A171-56B1D76CA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FEF9F-A43A-9DDD-EC08-23B258AA9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D69AA-7D92-50F7-D9FF-F0C10DF5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D46AC-AE13-0F03-79E4-F45177DF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4A3ED-56A3-B9B4-ACB9-9A7440C5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36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0E381-6CEF-3AB9-DE79-2498F3A7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595C3-DE51-081B-FA0C-1C17D4EEE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6C919-F22A-5157-0EEE-1BA703CA5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325E2-C550-CB46-9682-8381B304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AC92A-2F46-6240-F39D-3B545A9A4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5796A-E8B7-AFED-3272-78AAE0CF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3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6B87-A460-ADE1-3072-33251F86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346CB-B1AC-06E3-64FE-FC27D04C4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7D081-2564-1C1B-1052-6788F18D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06C7D-18C2-E834-A1FC-FE95D8DAF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ACAA6-265E-F99C-F296-13143BBA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2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2A723-598B-D534-D5F4-10BAC6BD9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80121-77C9-D0C9-DBA0-01B52D2D9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02B97-6868-75F6-6D89-93AEEC2E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4032C-8AAF-B33D-9766-F2F92CA0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6DC0B-A697-A9C0-006C-36171B31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9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83D91-32D1-FEEE-2C23-49A5BEA93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C7BA7-7F2B-F223-EB19-5F300C4CD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C44E0-360E-248A-7123-A00E8F2E0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B9DE2-7FF0-6E4D-B0AE-C816BE6E34E5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9D273-7358-FDD9-9EE4-2170FA4F4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BCB69-7836-3317-2D87-71ADD21AF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7E6BE-D661-2743-85A5-1EB1214A9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8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a blue square&#10;&#10;AI-generated content may be incorrect.">
            <a:extLst>
              <a:ext uri="{FF2B5EF4-FFF2-40B4-BE49-F238E27FC236}">
                <a16:creationId xmlns:a16="http://schemas.microsoft.com/office/drawing/2014/main" id="{581DB364-9A94-5D9F-4A6C-080604CDFE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30" r="18322"/>
          <a:stretch/>
        </p:blipFill>
        <p:spPr>
          <a:xfrm>
            <a:off x="6096000" y="559395"/>
            <a:ext cx="3164128" cy="3087445"/>
          </a:xfrm>
          <a:prstGeom prst="rect">
            <a:avLst/>
          </a:prstGeom>
        </p:spPr>
      </p:pic>
      <p:pic>
        <p:nvPicPr>
          <p:cNvPr id="7" name="Picture 6" descr="A graph with blue squares and black dots&#10;&#10;AI-generated content may be incorrect.">
            <a:extLst>
              <a:ext uri="{FF2B5EF4-FFF2-40B4-BE49-F238E27FC236}">
                <a16:creationId xmlns:a16="http://schemas.microsoft.com/office/drawing/2014/main" id="{D5FF6513-B28D-35F2-FF43-A52816C7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45" r="18107"/>
          <a:stretch/>
        </p:blipFill>
        <p:spPr>
          <a:xfrm>
            <a:off x="2931872" y="3646840"/>
            <a:ext cx="3164128" cy="3087445"/>
          </a:xfrm>
          <a:prstGeom prst="rect">
            <a:avLst/>
          </a:prstGeom>
        </p:spPr>
      </p:pic>
      <p:pic>
        <p:nvPicPr>
          <p:cNvPr id="9" name="Picture 8" descr="A graph with numbers and a blue square&#10;&#10;AI-generated content may be incorrect.">
            <a:extLst>
              <a:ext uri="{FF2B5EF4-FFF2-40B4-BE49-F238E27FC236}">
                <a16:creationId xmlns:a16="http://schemas.microsoft.com/office/drawing/2014/main" id="{FF69B951-70E0-C112-FE5B-9F127D8FDC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14" r="17839"/>
          <a:stretch/>
        </p:blipFill>
        <p:spPr>
          <a:xfrm>
            <a:off x="6096000" y="3603810"/>
            <a:ext cx="3164128" cy="3087445"/>
          </a:xfrm>
          <a:prstGeom prst="rect">
            <a:avLst/>
          </a:prstGeom>
        </p:spPr>
      </p:pic>
      <p:pic>
        <p:nvPicPr>
          <p:cNvPr id="11" name="Picture 10" descr="A graph with numbers and a blue rectangle&#10;&#10;AI-generated content may be incorrect.">
            <a:extLst>
              <a:ext uri="{FF2B5EF4-FFF2-40B4-BE49-F238E27FC236}">
                <a16:creationId xmlns:a16="http://schemas.microsoft.com/office/drawing/2014/main" id="{ADDBDC03-61FD-80FA-A0B5-6045D79488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237" r="17516"/>
          <a:stretch/>
        </p:blipFill>
        <p:spPr>
          <a:xfrm>
            <a:off x="2931872" y="559395"/>
            <a:ext cx="3164128" cy="308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6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Forrest</dc:creator>
  <cp:lastModifiedBy>Scott Forrest</cp:lastModifiedBy>
  <cp:revision>1</cp:revision>
  <dcterms:created xsi:type="dcterms:W3CDTF">2025-05-10T10:18:31Z</dcterms:created>
  <dcterms:modified xsi:type="dcterms:W3CDTF">2025-05-10T10:21:40Z</dcterms:modified>
</cp:coreProperties>
</file>