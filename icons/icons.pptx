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34"/>
    <p:restoredTop sz="94635"/>
  </p:normalViewPr>
  <p:slideViewPr>
    <p:cSldViewPr snapToGrid="0">
      <p:cViewPr varScale="1">
        <p:scale>
          <a:sx n="115" d="100"/>
          <a:sy n="115" d="100"/>
        </p:scale>
        <p:origin x="568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04E795-0060-8240-C8F4-B2DBB4BAE8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53934C2-9962-E4D5-F5EE-63D250542A9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304843-977A-C06D-7AE8-B6823FFE7C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124A9A-9B0B-4B4E-84A2-F4BD9B295E39}" type="datetimeFigureOut">
              <a:rPr lang="en-AU" smtClean="0"/>
              <a:t>27/5/2026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E22F6F-24E6-97FF-B46E-C6DD1DC655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20B14F-8513-E366-0F10-9A75114CEF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738A68-268D-8641-A0C5-3F5D2985C12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633386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1B2EDD-F4A7-73C3-433B-F408E94D8D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0EAAFE-DA9F-E38F-F086-B17BB0B954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DDB4CC-DEB3-D5C5-8272-0E783EF43E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124A9A-9B0B-4B4E-84A2-F4BD9B295E39}" type="datetimeFigureOut">
              <a:rPr lang="en-AU" smtClean="0"/>
              <a:t>27/5/2026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B2AE28-1862-DD97-8DAB-F1F5FA26F0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411F84-8396-FE15-CCCB-3FD4D7B301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738A68-268D-8641-A0C5-3F5D2985C12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077152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F7D3E8-211D-F642-A257-CD7797BAD5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AAFC88-6774-BD00-BF23-5BCC2CBA67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CA37B5-0AEA-645A-0446-E41496244D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124A9A-9B0B-4B4E-84A2-F4BD9B295E39}" type="datetimeFigureOut">
              <a:rPr lang="en-AU" smtClean="0"/>
              <a:t>27/5/2026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A30C17-51D2-E2DE-FE80-FCEA6DFF7D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5DB911-3EAC-C111-5459-B765B9BF4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738A68-268D-8641-A0C5-3F5D2985C12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436131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109A4C-E6CE-3013-3B73-8432A70271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0E5266-1334-DC5A-48A2-D39D47431F1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E43FF59-7234-B768-5329-4A9A94BEA8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7ADB02-F6FA-1291-2D72-0A079BFD6B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124A9A-9B0B-4B4E-84A2-F4BD9B295E39}" type="datetimeFigureOut">
              <a:rPr lang="en-AU" smtClean="0"/>
              <a:t>27/5/2026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5AECB9-C4DC-2ED2-7883-15F261DA6D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AE30B66-E5A9-A875-C8D6-CEB3187115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738A68-268D-8641-A0C5-3F5D2985C12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281625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D1187F-5738-F6C8-46E3-E788A7E47E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7608B7-500D-8DAA-68CA-71F8C289BE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F58321-EAFE-2CEB-3250-8BBD4FFBA9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8E28A37-715F-4BEE-6110-F606ABE1371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79BB43F-9F68-E491-73ED-CA304F3EDDD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76DCE2F-7B59-0161-270B-A041B865CC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124A9A-9B0B-4B4E-84A2-F4BD9B295E39}" type="datetimeFigureOut">
              <a:rPr lang="en-AU" smtClean="0"/>
              <a:t>27/5/2026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A98A3BC-B30B-ADCE-F5C1-458D84E5A9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50B95BE-4A9C-B40D-943E-29BD4437F1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738A68-268D-8641-A0C5-3F5D2985C12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311559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5730AB-E35E-EAA1-C486-30D761AE64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9504195-98FD-F065-9B20-033E990517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124A9A-9B0B-4B4E-84A2-F4BD9B295E39}" type="datetimeFigureOut">
              <a:rPr lang="en-AU" smtClean="0"/>
              <a:t>27/5/2026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479284F-B151-1D3B-7E74-BA883A843E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49AA47B-81E6-4C08-DCB9-99461DB8F2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738A68-268D-8641-A0C5-3F5D2985C12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142585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1A57B97-E751-7384-0BF8-63BCEB1C29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124A9A-9B0B-4B4E-84A2-F4BD9B295E39}" type="datetimeFigureOut">
              <a:rPr lang="en-AU" smtClean="0"/>
              <a:t>27/5/2026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D826EAD-530C-E4CC-BDCE-9F8F500A6E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3E328F-391B-E9B1-3D33-781CD44365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738A68-268D-8641-A0C5-3F5D2985C12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159637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ADC074-C4BB-669C-A8F3-1526DD75AF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DE8703-F5DD-0837-6970-1C247D765A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027F33D-ECFE-7868-1CF6-521CE5D1FA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91A524-3DCB-9602-80BD-F29DD5F250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124A9A-9B0B-4B4E-84A2-F4BD9B295E39}" type="datetimeFigureOut">
              <a:rPr lang="en-AU" smtClean="0"/>
              <a:t>27/5/2026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EC380DC-C47B-8438-F7CF-B1766D46D1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D1EFA2-FACC-9D55-5F68-692CBA7BB4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738A68-268D-8641-A0C5-3F5D2985C12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211935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5D0F0F-38D1-3A11-244A-6F78EEA57F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B851B26-1CC8-0F71-47EA-32FEE0A894B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2CCDC00-E7A3-6459-0310-4098AD6400E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AAB49BF-C3B1-4D14-036E-4D0C1F06DA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124A9A-9B0B-4B4E-84A2-F4BD9B295E39}" type="datetimeFigureOut">
              <a:rPr lang="en-AU" smtClean="0"/>
              <a:t>27/5/2026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F2B459-07E6-A8C2-B1C1-3F3A7CFF38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45BEF7-BAC9-6D92-55FC-30253BF2D5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738A68-268D-8641-A0C5-3F5D2985C12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527863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C15818-85D8-9C65-4C1D-F770D85DF0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0063A1A-4CB2-87C3-9A5D-1F7A4BC7C2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C3C53C-B884-B8EB-B752-AEADF7729D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124A9A-9B0B-4B4E-84A2-F4BD9B295E39}" type="datetimeFigureOut">
              <a:rPr lang="en-AU" smtClean="0"/>
              <a:t>27/5/2026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5BB4B9-B27E-BE3D-741E-C9D07C5053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95D20E-9D0E-ECEF-7F19-8FAF4E0151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738A68-268D-8641-A0C5-3F5D2985C12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76198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E3D7A85-ABDF-0899-5572-8A31D6DD12F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C1283E-B632-D618-7DAA-7F5BBE441A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0215CB-B779-6C62-29E8-95318DA4D3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124A9A-9B0B-4B4E-84A2-F4BD9B295E39}" type="datetimeFigureOut">
              <a:rPr lang="en-AU" smtClean="0"/>
              <a:t>27/5/2026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0D58BA-9224-D320-F088-C420878689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0B0EB9-DC26-47B8-2E63-957E5CA1B7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738A68-268D-8641-A0C5-3F5D2985C12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89709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2C861A9-A38A-6B00-03BF-B47AAB08F2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DF566C-8F24-637F-FFA0-EA5BF4A546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C90304-04E9-28E2-D7D6-FB937022A86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2124A9A-9B0B-4B4E-84A2-F4BD9B295E39}" type="datetimeFigureOut">
              <a:rPr lang="en-AU" smtClean="0"/>
              <a:t>27/5/2026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6F0982-4C44-8DCD-7252-48BA52D81C8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6689E9-8E19-18B0-28D0-41B8B4B5049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3738A68-268D-8641-A0C5-3F5D2985C12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341997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black bull with horns and a green background&#10;&#10;AI-generated content may be incorrect.">
            <a:extLst>
              <a:ext uri="{FF2B5EF4-FFF2-40B4-BE49-F238E27FC236}">
                <a16:creationId xmlns:a16="http://schemas.microsoft.com/office/drawing/2014/main" id="{5636F993-82E3-7D73-6203-8F7921436C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336963"/>
            <a:ext cx="4184074" cy="4184074"/>
          </a:xfrm>
          <a:prstGeom prst="rect">
            <a:avLst/>
          </a:prstGeom>
        </p:spPr>
      </p:pic>
      <p:pic>
        <p:nvPicPr>
          <p:cNvPr id="7" name="Picture 6" descr="A black bull with a snake on its head&#10;&#10;AI-generated content may be incorrect.">
            <a:extLst>
              <a:ext uri="{FF2B5EF4-FFF2-40B4-BE49-F238E27FC236}">
                <a16:creationId xmlns:a16="http://schemas.microsoft.com/office/drawing/2014/main" id="{32407326-5C89-BC3E-3E21-D014081BB2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5329" y="1336964"/>
            <a:ext cx="4184073" cy="418407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4C6B3F7-B292-1794-0E60-E7466CEFA4DA}"/>
              </a:ext>
            </a:extLst>
          </p:cNvPr>
          <p:cNvSpPr txBox="1"/>
          <p:nvPr/>
        </p:nvSpPr>
        <p:spPr>
          <a:xfrm>
            <a:off x="1839950" y="5687122"/>
            <a:ext cx="38471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i="1" dirty="0"/>
              <a:t>Available on PyPi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2C2A08D-3C14-ACEA-D91F-38AF47E3C6E0}"/>
              </a:ext>
            </a:extLst>
          </p:cNvPr>
          <p:cNvSpPr txBox="1"/>
          <p:nvPr/>
        </p:nvSpPr>
        <p:spPr>
          <a:xfrm>
            <a:off x="6264451" y="5687122"/>
            <a:ext cx="38471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i="1" dirty="0"/>
              <a:t>Coming soon to R!</a:t>
            </a:r>
          </a:p>
        </p:txBody>
      </p:sp>
    </p:spTree>
    <p:extLst>
      <p:ext uri="{BB962C8B-B14F-4D97-AF65-F5344CB8AC3E}">
        <p14:creationId xmlns:p14="http://schemas.microsoft.com/office/powerpoint/2010/main" val="36397307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8</Words>
  <Application>Microsoft Macintosh PowerPoint</Application>
  <PresentationFormat>Widescreen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Scott Forrest</dc:creator>
  <cp:lastModifiedBy>Scott Forrest</cp:lastModifiedBy>
  <cp:revision>1</cp:revision>
  <dcterms:created xsi:type="dcterms:W3CDTF">2026-05-26T23:48:10Z</dcterms:created>
  <dcterms:modified xsi:type="dcterms:W3CDTF">2026-05-26T23:58:37Z</dcterms:modified>
</cp:coreProperties>
</file>